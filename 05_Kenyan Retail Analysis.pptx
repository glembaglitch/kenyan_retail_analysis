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whole project in the repository: the data, the cleaning and exploration in Python, the SQL analysis in PostgreSQL, the statistical tests, the demand forecast and the Power BI dashboard. Replace [Your name]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business questions in the project README. The rest of the deck follows them: customers, products and places, outside factors, and the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come from an adapted Kaggle online shop dataset. The economic data comes from the Kenya National Bureau of Statistics. Only the census file needed cleaning; the shop, CPI, inflation and holiday files were used as they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stages left to right. Each stage has its own folder in the repository, so anyone can follow the work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KPI cards on the Power BI report. The seven visuals are revenue by location, sales over time by customer type, customer-type share, price versus volume by product, revenue by product, monthly sales and an RFM treemap. The match between 1,500 transactions minus 78 excluded rows and 1,422 invoices is an inference, so confirm it in the cleaning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pattern in the data and the one that shapes every other result. January to April holds 84% of orders, about 299 a month. From May to December it is about 28 a month. Average order value does not change, so customers did not start spending less per order; there were simply far fewer orders. Whether that is a real business change or a limit of the source dataset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README reports that eggs, cooking oil and sanitary towels are 34% of orders but 60% of revenue. This replaces the earlier reading of the dashboard chart alone, which suggested bread was the third product. Use the README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Kajiado has 14% of the population of the three counties in the data but 22% of the orders. Per 10,000 residents that is 2.8 orders in Kajiado against 1.5 in Nairobi. Check the exact wording of the Nairobi comparison in the EDA notebook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Premium customers pay slightly less than the product median but spend about KES 60 more per transaction, so the extra spend must come from basket size or product mix. The mean difference is moderate evidence only because the rank-based test gives p = 0.068. Holidays, weekends and location showed no clear effect on transaction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RFM scoring and the 10 marketing tiers are built in the SQL analysis. Read the two largest segment names from the treemap in Power BI and put them into the last line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outside factors do not account for the fall in orders after April. Prices rose about 3% against 6.4% CPI growth, but that is based on only 12 monthly points. Holidays, weekends and location showed no clear effect on transaction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is better for both RMSE and MAE. The Random Forest improves on a simple baseline that repeats the value from seven days earlier. The validation window is only three months, so treat the result as a good start rather than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come from the assumptions listed in the README. They do not undo the findings, but they explain how much weight each one can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README has no recommendations section, so these follow from its findings. The third is deliberately a check before an action, because the April drop affects how far every other number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people to the repository. The README has full run steps for the Python notebooks, the PostgreSQL scripts and the Power BI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End-to-end project · Python, SQL and Power BI Kenyan Retail Analysis From raw sales, CPI, census and holiday data to insights, a demand forecast and a management dashboard [Kavulani Mark Glemba] · github.com/glembaglitch/kenyan_retail_analysi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What the project set out to answer 01 Valuable and at-risk customers Who are the most valuable customers, and who is drifting away? 02 Top categories and regions Which products and places earn the most? 03 Outside factors How do population, inflation and public holidays affect sales? 04 Next month’s demand What demand should the business expect? Kenyan Retail Analysis · 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Four sources, one picture Sales 1,500 transactions An adapted Kaggle online shop dataset for 2023, across eight towns. Economy CPI and inflation Monthly KNBS figures: 213 CPI rows and 201 inflation rows. People 2019 census Population by county, cleaned from 42,507 × 13 down to 40,491 × 8. Calendar Public holidays 84 rows of Kenyan public holidays, used as a flag in the analysis. All sources are open data. Raw files are kept apart from the cleaned outputs. Kenyan Retail Analysis · 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How the work fits together 1 Clean A Python pipeline removes duplicates and blank columns. Raw data stays separate. 2 Explore Ten steps cover trends, seasonality, towns, products and segments. 3 Query PostgreSQL KPIs, joins, cohorts, market baskets and RFM tiers. 4 Test and forecast Hypothesis tests, regression and a Random Forest demand model. 5 Report A Power BI dashboard with KPIs, slicers and seven visuals. The repository folders follow the same order: 00_raw_data, 01_cleaned_data, 02_notebooks, 03_SQL_analysis and 04_Dashboard. Kenyan Retail Analysis · 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The dashboard at a glance 220.78K Total revenue 1,422 Invoices 298 Customers 2K Units sold Seven visuals and slicers for invoice date, customer type, location and product. 1,422 invoices is consistent with 1,500 transactions less the 78 zero-quantity rows excluded. Source: Power BI dashboard · Kenyan Retail Analysis · 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Activity collapses after April ~299 orders a month from January to April, 84% of all orders ~28 orders a month from May to December Flat average order value, so volume was lost, not basket size There were no orders on 98 of 365 days, nearly all after April. This should be explained before it drives any planning. Source: EDA notebook and monthly sales chart · Kenyan Retail Analysis · 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Three products make 60% of revenue 34% of orders include eggs, cooking oil or sanitary towels 60% of revenue comes from the same three products The dashboard’s product chart shows the same pattern: a few products carry the revenue, followed by a long tail of smaller lines such as milk and rice. So what: availability and pricing of these three products matter most. Source: EDA notebook, Power BI product chart · Kenyan Retail Analysis · 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Kajiado outperforms its size 14% of the population of the three counties covered 22% of the orders placed 2.8 vs 1.5 orders per 10,000 residents, Kajiado against Nairobi Shop towns were matched to counties using the 2019 census. The data has no store column, so eight towns stand in for stores. Source: EDA notebook, 2019 census · Kenyan Retail Analysis · 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Customer types differ in spend Price paid Premium about 7% below median Budget customers pay about 2% above the product median. Spend per transaction Premium about KES 60 more The interval is roughly 20 to 99. The rank-based test is borderline (p = 0.068), so the evidence is moderate. Overall differences Segments differ Spend differs by segment (ANOVA p &lt; 0.001), as does total spend per customer (p = 0.021). Customer type also links to location (p &lt; 0.001). So what: Premium value comes from what and how much they buy, not from higher prices. Source: statistical analysis notebook · Kenyan Retail Analysis · 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Source: PostgreSQL analysis, Power BI treemap · Kenyan Retail Analysis · 10 RFM turns customers into 10 tiers How it works Recency: how recently a customer bought Frequency: how often they buy Monetary: how much they spend What the SQL adds Each customer gets one of 10 marketing tiers in the rfm_segments table. Cohort retention runs from 0 to 60 months, and market-basket analysis shows what sells together. So what: the dashboard treemap sizes each tier by revenue. The largest blocks, [Champions] and [Cannot Loose Them], are the groups to retain firs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What does not explain the drop Prices Basket prices rose less than CPI About 3% in 2023, against 6.4% CPI growth, using only 12 monthly points. Inflation A correlation, not a cause Monthly sales and inflation move together, but the collapse after April means inflation does not explain sales. Calendar and place No clear effect Holidays, weekends and location show no clear effect on transaction value. Source: EDA and statistical analysis notebooks · Kenyan Retail Analysis ·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A Random Forest beats the baseline 1.30 RMSE, down from 1.51 for the lag-7 baseline 0.90 MAE, down from 1.11 for the baseline 18.9% lower absolute error than the baseline The model predicts daily total quantity. It trained on January to September 2023 and was validated on October to December, using calendar fields, a holiday flag, lags of 1, 7 and 14 days and 7-day rolling statistics. It struggles with unannounced bulk purchases and overestimates after holidays. Source: demand forecasting notebook · Kenyan Retail Analysis ·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Limits to keep in mind No store column Eight towns stand in for stores. Different years Census data is from 2019, shop data from 2023. Short history Price against CPI uses only 12 monthly points. Quiet months No orders on 98 of 365 days, nearly all after April. Excluded rows 78 zero-quantity rows were removed. Bulk purchases Unannounced bulk orders hurt the forecast. Source: README assumptions and limits · Kenyan Retail Analysis ·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What we recommend 01 Protect the top three Keep eggs, cooking oil and sanitary towels in stock and watch their prices. 02 Learn from Kajiado It earns more orders than its population share. Find out why and test the same approach elsewhere. 03 Explain the April drop Check whether it is real or a data gap before setting targets. Volume fell, basket size did not. 04 Use RFM and the forecast Run retention and win-back offers by RFM tier, and use the Random Forest to plan short-term stock. Kenyan Retail Analysis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Reproduce it Run it Install the Python packages and run the notebooks in order. Load the raw CSVs into PostgreSQL and run the SQL script in order. Open the .pbix file in Power BI Desktop, fix the data source if asked, then Refresh. What is inside 00_raw_data 01_cleaned_data 02_notebooks 03_SQL_analysis 04_Dashboard Repository: github.com/glembaglitch/kenyan_retail_analysis Kenyan Retail Analysis · 1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Kenyan Retail Analysis</dc:title>
  <dc:subject/>
  <dc:creator/>
  <cp:lastModifiedBy/>
  <cp:revision>1</cp:revision>
  <dcterms:created xsi:type="dcterms:W3CDTF">2026-10-24T01:54:48Z</dcterms:created>
  <dcterms:modified xsi:type="dcterms:W3CDTF">2026-10-24T01:54:48Z</dcterms:modified>
</cp:coreProperties>
</file>